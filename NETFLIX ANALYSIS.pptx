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34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90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40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259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11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14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5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58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3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0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347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72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53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290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184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753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F93669D-3FD6-4CE4-B562-624096C511A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15109E-87D7-4754-A29A-5D301AB89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3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06B9-8197-88B5-28F7-E8D09982D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NETFLIX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F04B7-E268-6EA0-E1A5-5411343F17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GOAL: TO ANALYZE THE NETFLIX CONTENT LIBRARY USING TABLUEAU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FEATURE:INTRACTIVE FILLERS FOR RATING,CONTENT TYPE AND RELEASE YEAR(2011-2021)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POINTS: COVERS MOVIES AND TV SHOWS ACROSS VARIOUS GLOBAL REGIONS</a:t>
            </a:r>
          </a:p>
        </p:txBody>
      </p:sp>
    </p:spTree>
    <p:extLst>
      <p:ext uri="{BB962C8B-B14F-4D97-AF65-F5344CB8AC3E}">
        <p14:creationId xmlns:p14="http://schemas.microsoft.com/office/powerpoint/2010/main" val="230744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EAD0-DDBA-6E68-AD7B-EA57B4E0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KPI (Key Performance indicator)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CCC7-09E8-130D-EC52-9A0104BE5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TOTAL  CONTENT COUNT : </a:t>
            </a:r>
            <a:r>
              <a:rPr lang="en-US" dirty="0"/>
              <a:t>the dashboard </a:t>
            </a:r>
            <a:r>
              <a:rPr lang="en-US" dirty="0" err="1"/>
              <a:t>indentifies</a:t>
            </a:r>
            <a:r>
              <a:rPr lang="en-US" dirty="0"/>
              <a:t> a total of 999 unique show IDs in the dataset</a:t>
            </a:r>
          </a:p>
          <a:p>
            <a:r>
              <a:rPr lang="en-US" b="1" dirty="0"/>
              <a:t>METRIC : </a:t>
            </a:r>
            <a:r>
              <a:rPr lang="en-US" dirty="0"/>
              <a:t>this is calculated using the </a:t>
            </a:r>
            <a:r>
              <a:rPr lang="en-US" b="1" dirty="0"/>
              <a:t>CNT(Show Id) </a:t>
            </a:r>
            <a:r>
              <a:rPr lang="en-US" dirty="0"/>
              <a:t>field</a:t>
            </a:r>
          </a:p>
          <a:p>
            <a:r>
              <a:rPr lang="en-US" b="1" dirty="0"/>
              <a:t>PURPOSE : </a:t>
            </a:r>
            <a:r>
              <a:rPr lang="en-US" dirty="0"/>
              <a:t>provides an immediate high-level summary of the volume of content being analyzed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8817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D719-E7E4-2B7C-2367-DCEDDF7B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CONTENT GROWTH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1CCDB-D307-7832-A411-CCB4E6B5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HISTORICAL TREND </a:t>
            </a:r>
            <a:r>
              <a:rPr lang="en-US" dirty="0"/>
              <a:t>: The chart tracks content releases from the mid 1950 to the early 2020s.</a:t>
            </a:r>
          </a:p>
          <a:p>
            <a:r>
              <a:rPr lang="en-US" b="1" dirty="0"/>
              <a:t>GROWTH SPIKE </a:t>
            </a:r>
            <a:r>
              <a:rPr lang="en-US" dirty="0"/>
              <a:t>: A significant , exponential increase in new content is observed starting around 2010.</a:t>
            </a:r>
          </a:p>
          <a:p>
            <a:r>
              <a:rPr lang="en-US" dirty="0"/>
              <a:t> </a:t>
            </a:r>
            <a:r>
              <a:rPr lang="en-US" b="1" dirty="0"/>
              <a:t>PEAK PERIOD </a:t>
            </a:r>
            <a:r>
              <a:rPr lang="en-US" dirty="0"/>
              <a:t>: The highest volume of content releases occurred between 2015 and 2020.   </a:t>
            </a:r>
          </a:p>
        </p:txBody>
      </p:sp>
    </p:spTree>
    <p:extLst>
      <p:ext uri="{BB962C8B-B14F-4D97-AF65-F5344CB8AC3E}">
        <p14:creationId xmlns:p14="http://schemas.microsoft.com/office/powerpoint/2010/main" val="299028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DB70-8173-C903-065F-47CDBA34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GLOBAL  CONTENT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45C2E-7F70-78B3-CFB6-2743A4760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Global Reach:</a:t>
            </a:r>
            <a:r>
              <a:rPr lang="en-US" dirty="0"/>
              <a:t> Visualizes Netflix’s content library across countries like the United States, Russia, China, Australia, and Brazil.</a:t>
            </a:r>
          </a:p>
          <a:p>
            <a:r>
              <a:rPr lang="en-US" b="1" dirty="0"/>
              <a:t>Regional Dominance:</a:t>
            </a:r>
            <a:r>
              <a:rPr lang="en-US" dirty="0"/>
              <a:t> The </a:t>
            </a:r>
            <a:r>
              <a:rPr lang="en-US" b="1" dirty="0"/>
              <a:t>United States</a:t>
            </a:r>
            <a:r>
              <a:rPr lang="en-US" dirty="0"/>
              <a:t> shows the highest density of content, indicated by the darkest shade of blue.</a:t>
            </a:r>
          </a:p>
        </p:txBody>
      </p:sp>
    </p:spTree>
    <p:extLst>
      <p:ext uri="{BB962C8B-B14F-4D97-AF65-F5344CB8AC3E}">
        <p14:creationId xmlns:p14="http://schemas.microsoft.com/office/powerpoint/2010/main" val="427815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7867-9A64-90CD-2F9F-26AD08E0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COUNTRY BREAKDOWN BY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C57B-A70E-9C8B-5D7D-5BEB6F0AD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Top Producers:</a:t>
            </a:r>
            <a:r>
              <a:rPr lang="en-US" dirty="0"/>
              <a:t> Confirms the </a:t>
            </a:r>
            <a:r>
              <a:rPr lang="en-US" b="1" dirty="0"/>
              <a:t>United States</a:t>
            </a:r>
            <a:r>
              <a:rPr lang="en-US" dirty="0"/>
              <a:t> as the leading contributor, followed by significant volumes from </a:t>
            </a:r>
            <a:r>
              <a:rPr lang="en-US" b="1" dirty="0"/>
              <a:t>India</a:t>
            </a:r>
            <a:r>
              <a:rPr lang="en-US" dirty="0"/>
              <a:t> and the </a:t>
            </a:r>
            <a:r>
              <a:rPr lang="en-US" b="1" dirty="0"/>
              <a:t>United Kingdom</a:t>
            </a:r>
          </a:p>
          <a:p>
            <a:r>
              <a:rPr lang="en-US" b="1" dirty="0"/>
              <a:t>Composition:</a:t>
            </a:r>
            <a:r>
              <a:rPr lang="en-US" dirty="0"/>
              <a:t> Each bar is split by </a:t>
            </a:r>
            <a:r>
              <a:rPr lang="en-US" b="1" dirty="0"/>
              <a:t>Type</a:t>
            </a:r>
            <a:r>
              <a:rPr lang="en-US" dirty="0"/>
              <a:t>, allowing us to see the ratio of Movies (Blue) to TV Shows (Orange) per country. </a:t>
            </a:r>
            <a:endParaRPr lang="en-US" b="1" dirty="0"/>
          </a:p>
          <a:p>
            <a:r>
              <a:rPr lang="en-US" b="1" dirty="0"/>
              <a:t>Variety:</a:t>
            </a:r>
            <a:r>
              <a:rPr lang="en-US" dirty="0"/>
              <a:t> Shows diverse contributions from smaller markets like Australia, Canada, and various European nations. </a:t>
            </a:r>
          </a:p>
        </p:txBody>
      </p:sp>
    </p:spTree>
    <p:extLst>
      <p:ext uri="{BB962C8B-B14F-4D97-AF65-F5344CB8AC3E}">
        <p14:creationId xmlns:p14="http://schemas.microsoft.com/office/powerpoint/2010/main" val="49111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D7DC-B5EA-4A67-C8B1-8D2220CB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CONTENT CATEGORY MIX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AC94-1595-7445-775F-807CFC3A7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Movies vs. TV Shows:</a:t>
            </a:r>
            <a:r>
              <a:rPr lang="en-US" dirty="0"/>
              <a:t> Provides a proportional view of the library's composition.</a:t>
            </a:r>
          </a:p>
          <a:p>
            <a:r>
              <a:rPr lang="en-US" b="1" dirty="0"/>
              <a:t>Findings:</a:t>
            </a:r>
            <a:r>
              <a:rPr lang="en-US" dirty="0"/>
              <a:t> The chart visually represents the split between </a:t>
            </a:r>
            <a:r>
              <a:rPr lang="en-US" b="1" dirty="0"/>
              <a:t>TV Shows</a:t>
            </a:r>
            <a:r>
              <a:rPr lang="en-US" dirty="0"/>
              <a:t> (represented in orange) and </a:t>
            </a:r>
            <a:r>
              <a:rPr lang="en-US" b="1" dirty="0"/>
              <a:t>Movies</a:t>
            </a:r>
            <a:r>
              <a:rPr lang="en-US" dirty="0"/>
              <a:t> (represented in blue). </a:t>
            </a:r>
          </a:p>
          <a:p>
            <a:r>
              <a:rPr lang="en-US" b="1" dirty="0"/>
              <a:t>Total Volume:</a:t>
            </a:r>
            <a:r>
              <a:rPr lang="en-US" dirty="0"/>
              <a:t> This breakdown accounts for the total count of </a:t>
            </a:r>
            <a:r>
              <a:rPr lang="en-US" b="1" dirty="0"/>
              <a:t>999</a:t>
            </a:r>
            <a:r>
              <a:rPr lang="en-US" dirty="0"/>
              <a:t> release entries.</a:t>
            </a:r>
          </a:p>
        </p:txBody>
      </p:sp>
    </p:spTree>
    <p:extLst>
      <p:ext uri="{BB962C8B-B14F-4D97-AF65-F5344CB8AC3E}">
        <p14:creationId xmlns:p14="http://schemas.microsoft.com/office/powerpoint/2010/main" val="121219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B4D1-DA3B-FB24-A580-BA109AA5A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9168F-15F8-6EB9-01CD-91934E775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PRESENTED BY SREERAM K V</a:t>
            </a:r>
          </a:p>
        </p:txBody>
      </p:sp>
    </p:spTree>
    <p:extLst>
      <p:ext uri="{BB962C8B-B14F-4D97-AF65-F5344CB8AC3E}">
        <p14:creationId xmlns:p14="http://schemas.microsoft.com/office/powerpoint/2010/main" val="313242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80</TotalTime>
  <Words>327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NETFLIX ANALYSIS</vt:lpstr>
      <vt:lpstr>KPI (Key Performance indicator)</vt:lpstr>
      <vt:lpstr>CONTENT GROWTH OVER TIME</vt:lpstr>
      <vt:lpstr>GLOBAL  CONTENT DISTRIBUTION</vt:lpstr>
      <vt:lpstr>COUNTRY BREAKDOWN BY TYPE</vt:lpstr>
      <vt:lpstr>CONTENT CATEGORY MIX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Sreeram Kv</dc:creator>
  <cp:lastModifiedBy>Sreeram Kv</cp:lastModifiedBy>
  <cp:revision>1</cp:revision>
  <dcterms:created xsi:type="dcterms:W3CDTF">2026-05-15T11:27:43Z</dcterms:created>
  <dcterms:modified xsi:type="dcterms:W3CDTF">2026-05-15T12:48:01Z</dcterms:modified>
</cp:coreProperties>
</file>